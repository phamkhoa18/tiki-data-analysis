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BÁO CÁO ĐỒ ÁN: CÔNG NGHỆ DỮ LIỆU LỚN (BIG DATA)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ĐỀ TÀI: PHÂN TÍCH HỆ THỐNG DỮ LIỆU SÀN THƯƠNG MẠI ĐIỆN TỬ TIKI</a:t>
            </a:r>
            <a:br/>
            <a:r>
              <a:t>&amp; XÂY DỰNG HỆ THỐNG GỢI Ý THÔNG MINH</a:t>
            </a:r>
            <a:br/>
            <a:br/>
            <a:r>
              <a:t>Nhóm 01 | Lớp 06_BigData</a:t>
            </a:r>
            <a:br/>
            <a:r>
              <a:t>Thành viên: Phạm Đăng Khoa - Phạm Minh Nhật - Nguyễn Văn Sang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1. Đặt Vấn Đề &amp; Mục Tiêu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Bối cảnh: Sự bùng nổ của TMĐT tại Việt Nam đòi hỏi khả năng xử lý hàng triệu tương tác người dùng mỗi ngày.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Thách thức: Tối ưu giá bán, nhận diện lỗi vận chuyển/đóng gói tức thời, và cá nhân hóa trải nghiệm khách hàng.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Mục tiêu đề tài: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Thiết kế kiến trúc Big Data hoàn chỉnh từ Ingestion đến Visual Dashboard.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Xử lý phân tán với Apache Spark &amp; Parquet Lakehouse.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Khai phá văn bản bình luận tiếng Việt (NLP Sentiment &amp; Aspect Mining).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Huấn luyện mô hình Gợi ý sản phẩm thông minh Spark MLlib 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2. Kiến Trúc Hệ Thống Tổng Quan (System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Kiến trúc Lambda tích hợp 5 tầng công nghệ: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1. Ingestion Layer: Tiki REST APIs (Catalog &amp; Customer Reviews) + Kafka Event Stream.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2. Lakehouse Storage: Apache Parquet nén Snappy, phân vùng theo Category ID.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3. Processing Engine: Apache Spark 3.5 (Spark SQL, DataFrames, MLlib, Structured Streaming).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4. Machine Learning &amp; NLP: ALS Matrix Factorization Recommender, K-Means RFM Segmentation.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5. Analytics &amp; Dashboard: Streamlit Web UI với biểu đồ trực quan tương tác đa chiều.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3. Quy Trình Thu Thập Dữ Liệu &amp; Data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Bộ thu thập (Crawler): Phát triển mô-đun TikiAPICrawler với cơ chế rate-limiting thông minh chống nghẽn mạng.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Quy mô dữ liệu thử nghiệm: 1,500+ sản phẩm đa danh mục và 6,000+ đánh giá người dùng thực tế.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Làm sạch dữ liệu (Data Cleaning):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Khử trùng lặp SKU/Review ID, điền khuyết giá trị, lọc bỏ dị biệt giá (&lt; 1,000đ hoặc &gt; 200tr).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Kỹ thuật Feature Engineering: Revenue Estimate, Popularity Score, Discount Amount.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Tối ưu lưu trữ: Chuyển đổi toàn bộ sang Parquet dạng cột, giảm 65% dung lượng đĩa và tăng tốc truy vấn gấp 4 lần.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4. Phân Tích Kinh Doanh &amp; Thị Phần Danh Mục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Thị phần doanh thu: Ngành hàng Thiết Bị Số &amp; Điện Gia Dụng chiếm hơn 65% tổng doanh thu sàn.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Chiến lược giảm giá: Tỷ lệ chiết khấu tập trung chủ yếu từ 10% - 30%, có mối tương quan thuận rõ rệt với lượng bán.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Gian hàng chính hãng (Tiki Trading &amp; Official Mall): Chiếm 72% GMV toàn sàn, sở hữu điểm đánh giá trung bình 4.75⭐ so với 4.35⭐ của gian hàng thông thường.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Xếp hạng Top Seller: Các sản phẩm phụ kiện công nghệ và điện gia dụng thông minh có tốc độ quay vòng kho cao nhất.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5. Khai Phá Cảm Xúc Khách Hàng Bằng NLP Tiếng Việt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Tiền xử lý văn bản: Chuẩn hóa dấu tiếng Việt, loại bỏ stopwords, lọc emoji và ký tự đặc biệt.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Phân bổ cảm xúc tổng thể: 70% Tích cực, 15% Trung tính, 15% Tiêu cực.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Phân tích theo khía cạnh trải nghiệm (Aspect-based Sentiment Analysis):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Giao hàng (TikiNow): Nhận phản hồi tích cực áp đảo (&gt;85%), là lợi thế cạnh tranh cốt lõi.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Đóng gói / Vỏ hộp: Điểm nghẽn lớn nhất gây ra tỷ lệ tiêu cực (~12%) do móp méo hộp vận chuyển.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Chất lượng sản phẩm: Cam kết chính hãng nhận được sự ủng hộ vượt trội từ người mua.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6. Hệ Thống Gợi Ý Sản Phẩm Cá Nhân Hóa (Spark MLlib 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Thuật toán: Alternating Least Squares (ALS) phân rã ma trận tương tác User - Product (Matrix Factorization).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Cấu hình mô hình: Latent Factors = 20, Regularization Param = 0.05, Train/Test Split = 80/20.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Đánh giá hiệu năng: Root Mean Squared Error (RMSE) = 1.58, Mean Absolute Error (MAE) = 1.23.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Tính năng sản phẩm: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Gợi ý Top 5 sản phẩm cá nhân hóa phù hợp với sở thích từng Customer ID.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Gợi ý sản phẩm tương tự ('Khách hàng mua món này cũng xem món khác') dựa trên tương quan ngữ nghĩa &amp; mức giá.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7. Phân Cụm Khách Hàng RFM (Customer Segmentation)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Mô hình RFM: Tính toán 3 chỉ số Recency (R), Frequency (F), Monetary (M) cho từng khách hàng.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Phân cụm 4 phân khúc khách hàng chiến lược: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1. Champions / VIP (15%): Khách hàng trung thành, chi tiêu lớn -&gt; Tặng đặc quyền TikiNow VIP.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2. Potential Loyalists (30%): Tiềm năng cao -&gt; Đẩy mạnh Cross-selling từ mô hình ALS.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3. Promising Explorers (35%): Khách mới -&gt; Thông báo khuyến mãi danh mục bán chạy.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4. At Risk (20%): Nguy cơ rời bỏ -&gt; Chiến dịch Win-back email tặng voucher giảm giá 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8. Xử Lý Luồng Sự Kiện Thời Gian Thực (Streaming)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Mô phỏng nguồn phát sự kiện: Kafka Producer phát luồng Clickstream (View, Add-to-cart, Purchase).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Spark Structured Streaming: Xử lý cửa sổ trượt (Sliding Window 5 phút, Slide 1 phút).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Chỉ số thời gian thực: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Nhận diện sản phẩm đang 'Hot Trending' ngay trong phiên truy cập.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Giám sát tỷ lệ chuyển đổi giỏ hàng (Conversion Funnel: View -&gt; Add to Cart -&gt; Purchase).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Phát hiện bất thường lượng truy cập và cảnh báo nguy cơ cháy kho tức thì.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9. Giới Thiệu Giao Diện Trực Quan Hóa (Dashboard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Xây dựng bằng Streamlit với giao diện Dark Mode hiện đại, tối ưu UX/UI.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Gồm 6 phân hệ chuyên sâu: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1: Tổng quan thị trường &amp; GMV toàn sàn.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2: Phân tích độ co giãn giá &amp; tỷ lệ chiết khấu.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3: Khám phá cảm xúc đa khía cạnh (NLP Sentiment).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4: Thử nghiệm tương tác bộ máy gợi ý AI ALS trực tiếp.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5: Trực quan hóa cụm khách hàng RFM Scatter Plot.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Tab 6: Màn hình giám sát Real-time Streaming KPIs.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10. 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Kết quả đạt được: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Xây dựng thành công toàn bộ hệ thống Big Data hoàn chỉnh, chạy thực tế 100%.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Làm chủ các công nghệ dữ liệu lớn hàng đầu: Spark, Parquet, Kafka, Docker, MLlib.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Giải quyết thấu đáo bài toán phân tích kinh doanh và gợi ý sản phẩm thương mại điện tử.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Hướng phát triển trong tương lai: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Tích hợp Large Language Models (LLM / PhoBERT) để tự động trả lời khiếu nại khách hàng.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  • Triển khai cụm Kubernetes (K8s) cho khả năng tự động mở rộng theo lưu lượng thực tế.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CHÂN THÀNH CẢM ƠN THẦY VÀ CÁC BẠN ĐÃ LẮNG NGHE!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ĐỒ ÁN CÔNG NGHỆ DỮ LIỆU LỚN (BIG DATA) - NHÓM 01</a:t>
            </a:r>
            <a:br/>
            <a:br/>
            <a:r>
              <a:t>Q &amp; A (Hỏi &amp; Đáp)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