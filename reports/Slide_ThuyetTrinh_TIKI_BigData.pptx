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BÁO CÁO ĐỒ ÁN: CÔNG NGHỆ DỮ LIỆU LỚN (BIG DATA)</a:t>
            </a:r>
          </a:p>
          <a:p>
            <a:pPr algn="ctr">
              <a:defRPr sz="2000">
                <a:solidFill>
                  <a:srgbClr val="CBD5E1"/>
                </a:solidFill>
              </a:defRPr>
            </a:pPr>
            <a:r>
              <a:t>ĐỀ TÀI: PHÂN TÍCH HỆ THỐNG DỮ LIỆU SÀN THƯƠNG MẠI ĐIỆN TỬ TIKI</a:t>
            </a:r>
            <a:br/>
            <a:r>
              <a:t>&amp; XÂY DỰNG HỆ THỐNG GỢI Ý THÔNG MINH</a:t>
            </a:r>
            <a:br/>
            <a:br/>
            <a:r>
              <a:t>Nhóm 01 | Lớp 06_BigData</a:t>
            </a:r>
            <a:br/>
            <a:r>
              <a:t>Thành viên: Phạm Đăng Khoa - Phạm Minh Nhật - Nguyễn Văn Sang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1. Đặt Vấn Đề &amp; Mục Tiêu Nghiên Cứu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Bối cảnh: Sự bùng nổ của TMĐT tại Việt Nam đòi hỏi năng lực thu thập và phân tích dữ liệu sản phẩm quy mô lớn.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Thách thức: Tường lửa WAF chặn bot, cấu trúc dữ liệu sản phẩm phức tạp, nhu cầu tối ưu chiến lược giá và gợi ý sản phẩm.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Mục tiêu đề tài: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Thu thập và làm sạch 2,307 sản phẩm từ Tiki API với 35 thuộc tính kinh doanh đầy đủ.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Xây dựng Data Lakehouse dạng cột (Apache Parquet) và pipeline xử lý phân tán PySpark.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Phân tích chuyên sâu thị trường sản phẩm: Thị phần danh mục, phân khúc định giá, thương hiệu chủ lực.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Áp dụng K-Means phân cụm sản phẩm thông minh và mô hình gợi ý Spark MLlib ALS.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2. Kiến Trúc Hệ Thống Tổng Quan (System Architecture)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Kiến trúc Lambda tích hợp 5 tầng công nghệ chuẩn doanh nghiệp: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1. Ingestion Layer: Tiki REST API + Node.js Sandbox WAF Bypass + Kafka Clickstream Event Stream.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2. Lakehouse Storage: Apache Parquet nén Snappy, phân vùng tự động theo Category ID.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3. Processing Engine: Apache Spark 3.5 (Spark SQL, DataFrames, MLlib, Structured Streaming).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4. Machine Learning: K-Means Product Clustering (k=4), ALS Matrix Factorization Recommender.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5. Analytics &amp; Dashboard: Streamlit Web UI với biểu đồ trực quan hóa tương tác đa chiều.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3. Quy Trình Thu Thập Dữ Liệu Sản Phẩm Chuẩn (Data Crawler)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Mô-đun Crawler Độc Lập: Thu thập qua GET https://tiki.vn/api/v2/products với cơ chế rate-limiting thông minh.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Vượt tường lửa ByteDance WAF: Bộ giải mã Node.js Sandbox tính toán _wafchallengeid trong 50ms.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Bộ dữ liệu Master Product: 2,307 sản phẩm thuộc 10 ngành hàng chính với 35 cột thuộc tính kinh doanh: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Thông tin định danh: product_id, sku, name, url, thumbnail, category_id, brand_id.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Chỉ số kinh doanh: price, original_price, discount, discount_rate, quantity_sold, revenue_estimate.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Phân khúc &amp; Xếp hạng: price_segment, performance_score, product_tier, seller_type, is_official_store.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Tối ưu lưu trữ: Chuyển đổi toàn bộ sang Parquet dạng cột, nén 70% dung lượng và tăng tốc truy vấn gấp 4 lần.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4. Phân Tích Cơ Cấu Thị Trường &amp; Doanh Thu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Quy mô thị trường: Tổng doanh thu ước tính (GMV) toàn bộ tập mẫu đạt 1,228 tỷ VNĐ với 2.89 triệu lượt bán.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Cơ cấu theo ngành hàng: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Thiết Bị Số &amp; Phụ Kiện: Dẫn đầu thị phần với doanh thu 464.3 tỷ VNĐ (37.8% tổng GMV).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Điện Gia Dụng: Đứng thứ hai với 336.8 tỷ VNĐ (27.4% tổng GMV).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Làm Đẹp - Sức Khỏe: Đạt số lượng bán cao nhất (hơn 1.1 triệu sản phẩm bán ra).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Hiệu quả khuyến mãi: Tỷ lệ chiết khấu bình quân đạt 24.8%, có tương quan thuận rõ rệt với tốc độ bán hàng.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5. Phân Tích Phân Khúc Định Giá &amp; Thương Hiệu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Cơ cấu phân khúc giá (5 Pricing Tiers):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Phổ thông (100k - 500k): Chiếm số lượng lớn nhất (55.57% sản phẩm, 1,282 SKUs).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Cao cấp (&gt;= 10 Triệu): Chỉ chiếm 0.82% số lượng nhưng đóng góp tới 17.83% tổng GMV sàn.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Thương hiệu dẫn đầu (Brand Dominance):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Apple: Thống trị tuyệt đối ngành thiết bị số với doanh thu ước tính 229.9 tỷ VNĐ.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LocknLock: Dẫn đầu ngành điện gia dụng và nhà cửa với 111.3 tỷ VNĐ.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Acnes &amp; Selsun: Thống lĩnh nhóm hóa mỹ phẩm và chăm sóc cá nhân (lần lượt 72.8 tỷ và 61.8 tỷ VNĐ).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Mô hình bán hàng: Gian hàng chính hãng (Official Mall) chiếm 82.6% tổng GMV toàn sàn.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6. Phân Cụm Sản Phẩm Thông Minh Bằng K-Means (Machine Learning)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Mục tiêu: Tự động phân loại 2,307 sản phẩm theo đặc tính giá, lượng bán, đánh giá và khuyến mãi.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Kết quả 4 cụm sản phẩm chiến lược: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1. Cụm 'Ngôi Sao Doanh Số' (Sales Champions): Lượng bán cực cao, rating 4.8★ -&gt; Ưu tiên xuất hiện trang chủ.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2. Cụm 'Sản Phẩm Cao Cấp' (Flagship Premium): Đơn giá rất cao, mang lại GMV lớn -&gt; Tặng gói TikiNow 2h VIP.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3. Cụm 'Khuyến Mãi Mạnh' (Deep Discount): Tỷ lệ giảm giá &gt; 40% -&gt; Kéo lượng truy cập (Traffic Drivers).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4. Cụm 'Sản Phẩm Tiêu Chuẩn' (Long-tail Standard): Danh mục phủ rộng ổn định -&gt; Tối ưu chi phí lưu kho.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7. Hệ Thống Gợi Ý Sản Phẩm Cá Nhân Hóa (Spark MLlib 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Thuật toán: Alternating Least Squares (ALS) phân rã ma trận tương tác User - Product (Matrix Factorization).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Cấu hình mô hình: Latent Factors = 20, Regularization Param = 0.05, Train/Test Split = 80/20.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Đánh giá hiệu năng: Root Mean Squared Error (RMSE) = 1.58, Mean Absolute Error (MAE) = 1.23.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Tính năng triển khai: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Gợi ý Top 5 sản phẩm cá nhân hóa phù hợp sở thích người dùng.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Gợi ý sản phẩm tương tự ('Khách hàng xem món này cũng quan tâm') theo cùng phân khúc giá và cụm K-Means.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8. Xử Lý Luồng Sự Kiện Thời Gian Thực (Spark Streaming)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Mô phỏng nguồn phát sự kiện: Kafka Producer phát luồng Clickstream sản phẩm (Xem, Thêm giỏ, Đặt hàng).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Spark Structured Streaming: Xử lý cửa sổ trượt (Sliding Window 5 phút, Slide 1 phút).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Chỉ số thời gian thực: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Nhận diện sản phẩm đang 'Hot Trending' ngay trong phiên truy cập.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Giám sát tỷ lệ chuyển đổi giỏ hàng (Conversion Funnel: View -&gt; Cart -&gt; Purchase).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Phát hiện bất thường lượng truy cập và cảnh báo nguy cơ cháy kho tức thì.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9. Giới Thiệu Giao Diện Trực Quan Hóa (Dashboard Demo)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Xây dựng bằng Streamlit với giao diện Dark Mode hiện đại, tối ưu trải nghiệm người dùng.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Gồm các phân hệ chuyên sâu: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1: Tổng quan thị trường &amp; GMV sản phẩm toàn sàn.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2: Phân tích phân khúc định giá &amp; thương hiệu hàng đầu.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3: Khám phá phân cụm sản phẩm thông minh K-Means.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4: Thử nghiệm tương tác bộ máy gợi ý AI ALS trực tiếp.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Tab 5: Màn hình giám sát Real-time Streaming KPIs.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10. Kết Luận &amp; Đóng Góp Của Đề Tài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Kết quả đạt được: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Xây dựng thành công toàn bộ hệ thống Big Data hoàn chỉnh, chạy thực tế 100%.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Tập dữ liệu 2,307 sản phẩm Master CSV 35 trường chuẩn hóa tuyệt đối.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Tài liệu kỹ thuật tra cứu API Tiki đầy đủ, minh bạch, dễ dàng sao chép và tái sử dụng.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Làm chủ các công nghệ dữ liệu lớn hàng đầu: Spark, Parquet, Kafka, Docker, MLlib K-Means/ALS.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Hướng phát triển:</a:t>
            </a:r>
          </a:p>
          <a:p>
            <a:pPr>
              <a:spcAft>
                <a:spcPts val="1000"/>
              </a:spcAft>
              <a:defRPr sz="1800">
                <a:solidFill>
                  <a:srgbClr val="F1F5F9"/>
                </a:solidFill>
              </a:defRPr>
            </a:pPr>
            <a:r>
              <a:t>  • Mở rộng cào tự động định kỳ với Airflow và triển khai cụm Kubernetes (K8s) cho khả năng tự co giãn.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94484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8BDF8"/>
                </a:solidFill>
              </a:defRPr>
            </a:pPr>
            <a:r>
              <a:t>CHÂN THÀNH CẢM ƠN THẦY VÀ CÁC BẠN ĐÃ LẮNG NGHE!</a:t>
            </a:r>
          </a:p>
          <a:p>
            <a:pPr algn="ctr">
              <a:defRPr sz="2000">
                <a:solidFill>
                  <a:srgbClr val="CBD5E1"/>
                </a:solidFill>
              </a:defRPr>
            </a:pPr>
            <a:r>
              <a:t>ĐỒ ÁN CÔNG NGHỆ DỮ LIỆU LỚN (BIG DATA) - NHÓM 01</a:t>
            </a:r>
            <a:br/>
            <a:br/>
            <a:r>
              <a:t>Q &amp; A (Hỏi &amp; Đáp)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